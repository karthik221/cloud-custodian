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Criteria weights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%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Entra identity fit</c:v>
                  </c:pt>
                  <c:pt idx="1">
                    <c:v>Guardrails and policy</c:v>
                  </c:pt>
                  <c:pt idx="2">
                    <c:v>Kong gateway fit</c:v>
                  </c:pt>
                  <c:pt idx="3">
                    <c:v>Dynatrace observability</c:v>
                  </c:pt>
                  <c:pt idx="4">
                    <c:v>Framework / model openness</c:v>
                  </c:pt>
                  <c:pt idx="5">
                    <c:v>Operational overhead</c:v>
                  </c:pt>
                  <c:pt idx="6">
                    <c:v>Cost transparency</c:v>
                  </c:pt>
                  <c:pt idx="7">
                    <c:v>Ecosystem integration</c:v>
                  </c:pt>
                  <c:pt idx="8">
                    <c:v>Future-proofing and maturity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</c:v>
                </c:pt>
                <c:pt idx="1">
                  <c:v>15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Choosing a Standard Agentic Runtime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1D5DB"/>
                </a:solidFill>
              </a:rPr>
              <a:t>AWS Bedrock AgentCore vs Microsoft Foundry Agent Service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Evaluated against our standards: Entra ID | Kong AI Gateway | Dynatrace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Senior Leadership Briefing |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Neither platform wins outright; the gap is within the margin of judgment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AgentCore vs Foundry | Agent Runtime Standard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3152" cy="914400"/>
          </a:xfrm>
          <a:prstGeom prst="rect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54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The ask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5544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Pick one agent runtime as the enterprise standard, under fixed constraints: Entra ID identity, Kong for all LLM traffic, Dynatrace for monitoring.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73152" cy="914400"/>
          </a:xfrm>
          <a:prstGeom prst="rect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What we found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6974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Both are production-capable, framework-open, OpenTelemetry-friendly and consumption-priced. They differ most in identity model, composition style and ecosystem gravity.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73152" cy="914400"/>
          </a:xfrm>
          <a:prstGeom prst="rect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Where each leads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8404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Foundry: native Entra Agent ID, integrated ops, Teams / M365 publishing. AgentCore: broadest model and framework neutrality, modular services, Cedar tool-call policy at the gateway.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73152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983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Recommendation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49834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Standardize the contract (Entra, Kong, OTel to Dynatrace, MCP / A2A), then choose the runtime by where the data and tools live. Validate with a 6-week head-to-head PoC before locking a single standard.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Problem statement and fixed constraints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Any runtime must plug into these without special-casing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AgentCore vs Foundry | Agent Runtime Standard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65176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Identity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Entra ID is the IdP for agents (human and non-human)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65176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AI Gateway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Kong: every LLM request is routed through it for policy, quota and audit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65176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Monitoring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Dynatrace is the system of record for observability and alerting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52560" y="1645920"/>
            <a:ext cx="265176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3544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Dev teams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Multiple use cases, frameworks and skill levels; need self-service with guardrails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Key questions leadership should hold us 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3484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Can agents authenticate with Entra without shadow identities or long-lived secrets?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Can all model calls (including from the runtime itself) be forced through Kong?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Do traces, evals and cost signals land in Dynatrace, not only in the cloud vendor tool?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What is the exit cost if we need to switch runtimes in 24 months?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How we evaluated: nine weighted criteria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Weights reflect our constraints; leadership can re-weight and re-score on the scorecard slide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AgentCore vs Foundry | Agent Runtime Standard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680960" y="164592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A44"/>
                </a:solidFill>
              </a:rPr>
              <a:t>Method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Score 1 to 5 per criterion from documentation, then confirm in PoC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Identity and guardrails weighted highest: regulated-environment risk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Scores are directional; features change quarterly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Items marked "validate" must be proven in the PoC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Core capability comparison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AgentCore vs Foundry | Agent Runtime Standard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5720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AWS Bedrock AgentCore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Microsoft Foundry Agent Service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Runtime 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Serverless, session-isolated Runtime; modular services usable independently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Hosted agents: per-session isolated sandboxes, scale-to-zero; plus no-code native agents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Frameworks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Any: Strands, LangGraph, CrewAI, LlamaIndex, OpenAI Agents SDK, ADK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Microsoft Agent Framework, LangGraph, custom code; any harness in hosted agents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Models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Any model in or outside Bedrock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Foundry model catalog; hosted code can call external endpoints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Memory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Managed short- and long-term Memory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Managed short-term, long-term and procedural memory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Tools / protocols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Gateway turns APIs and Lambda into MCP tools; Browser; Code Interpreter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MCP, A2A, OpenAPI; 1,400+ Logic Apps connectors; SharePoint, Fabric tools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Distribution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APIs and AWS-native apps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One-click publish to Teams and Microsoft 365 Copilot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Maturity signal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GA since Oct 2025; Policy and Evaluations added after GA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Agent Service GA; hosted agents entered public preview Apr 2026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Security and governance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Both cover the essentials; the mechanisms differ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AgentCore vs Foundry | Agent Runtime Standard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5720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AWS Bedrock AgentCore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Microsoft Foundry Agent Service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Agent identity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AgentCore Identity brokers OAuth/OIDC for agents and tools; federates to external IdPs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Entra Agent ID: first-class, revocable agent identity; managed identity for autonomous runs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Content guardrails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Bedrock Guardrails (filters, PII, grounding) applied to model calls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Foundry guardrails and content safety; red teaming; Responsible AI controls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Tool-call policy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AgentCore Policy: Cedar rules intercept every tool call at Gateway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Policy enforcement and DLP policies; tool governance via Toolbox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Network isolation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VPC connectivity and PrivateLink options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BYO VNet with no public egress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Audit / lifecycle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CloudTrail and CloudWatch; per-session isolation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Entra admin center lists every agent; Agent 365 governance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User configurability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Policy-as-code (Cedar), IAM; code-first, more assembly required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Portal and SDK; central admin controls; less policy-as-code depth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Fit with our standards: Entra, Kong, Dynatrace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"Validate" items must be proven in the PoC; they are not assumptions we should sign off 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AgentCore vs Foundry | Agent Runtime Standard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754880"/>
                <a:gridCol w="4663440"/>
              </a:tblGrid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Constraint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AWS Bedrock AgentCore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Microsoft Foundry Agent Service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Entra 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Works via OIDC federation in AgentCore Identity. Agents are not Entra objects, so a second identity inventory exists. Validate token exchange and revocation.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Native: each agent gets an Entra Agent ID, visible in the Entra admin center. Lowest friction for access reviews and conditional access.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Kong AI Gateway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Code-first runtime can point any model client at Kong; Bedrock-native calls need explicit redirection. Validate that no path bypasses Kong.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Hosted code can call Kong; Foundry-native agents are bound to Foundry model deployments. Validate gateway-in-path for native agents.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Dynatrace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OpenTelemetry-based; CloudWatch is the default sink. Validate OTel export to Dynatrace for traces and eval scores.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Tracing to Azure Monitor / App Insights; OTel export to Dynatrace is possible. Validate span fidelity and cost metrics.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Pricing and operational overhead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Both are consumption-based. Model tokens usually dominate the bill on either platform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AgentCore vs Foundry | Agent Runtime Standard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754880"/>
                <a:gridCol w="46634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AWS Bedrock AgentCore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Microsoft Foundry Agent Service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Pricing 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About 12 independent meters: Runtime, Gateway, Memory, Policy, Evaluations, Browser, Code Interpreter and more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No extra charge for native agents; hosted agents billed on container vCPU / GiB-hour; memory, tools and models metered separately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Runtime compute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Active-consumption: reported about $0.09 per vCPU-hour and $0.009 per GB-hour (verify on AWS pricing page)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Rates per Azure pricing page for hosted agents; scale-to-zero, no idle cost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Identity cost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Free when used through Runtime or Gateway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Entra Agent ID licensing: confirm with Microsoft account team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Cost predictability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Harder: many meters; Memory and Gateway volume are common surprises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Simpler for native agents; hosted agents add compute meters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Ops 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Compose services yourself: more control, more assembly and platform-team effort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More integrated portal, tracing and governance out of the box; less composability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Skills needed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AWS IAM, VPC, CloudWatch, Cedar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Azure RBAC, Entra, VNet, Azure Monitor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Future-proofing and risks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AgentCore vs Foundry | Agent Runtime Standard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AWS Bedrock AgentCore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Strength: model and framework neutrality lowers lock-in at the agent layer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Strength: open protocols (MCP) and modular services allow partial adoption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Risk: Policy and Evaluations are newer; check GA status per region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Risk: assembly burden grows with number of teams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Risk: second identity plane next to Entra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280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Microsoft Foundry Agent Service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87452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Strength: tight Entra, M365 and Teams integration; agent lifecycle in one admin plane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Strength: open standards (MCP, A2A, OpenAPI) and Agent Framework 1.0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Risk: hosted agents are newer (preview as of Apr 2026); confirm GA and SLA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Risk: deepest value assumes Microsoft estate; gravity toward Azure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Risk: Kong-in-path for native agents needs proof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A44"/>
                </a:solidFill>
              </a:rPr>
              <a:t>Mitigation for both: keep agent code framework-portable (MCP/A2A, OTel), isolate vendor SDK calls behind an internal interface, and keep policy definitions in version control.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Weighted scorecard (1 to 5)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Illustrative, based on documentation review; to be re-scored after PoC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AgentCore vs Foundry | Agent Runtime Standard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005840"/>
                <a:gridCol w="1234440"/>
                <a:gridCol w="123444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AgentCore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Foundry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Entra identity fit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Guardrails and policy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Kong gateway fit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Dynatrace observability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Framework / model openness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Operational overhead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Cost transparency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Ecosystem integration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Future-proofing and maturity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Weighted score (out of 5)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3.65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3.85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863840" y="1554480"/>
            <a:ext cx="3749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A44"/>
                </a:solidFill>
              </a:rPr>
              <a:t>How to read this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Gap of 0.20 points is inside scoring error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Foundry gains from native Entra and integrated ops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AgentCore gains from openness, Kong fit and maturity of core runtime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If Entra and M365 weigh more, Foundry pulls ahead; if multi-cloud neutrality weighs more, AgentCore does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Decision path and next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Decide on evidence, not on vendor preference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AgentCore vs Foundry | Agent Runtime Standard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10312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54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Weeks 1-2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55448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Lock the platform contract: Entra identity, Kong in path, OTel to Dynatrace, MCP/A2A. Pick two representative use cases.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210312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060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Weeks 3-5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60604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Build the same agents on both runtimes. Test token exchange, Kong enforcement, trace fidelity, guardrail and policy behavior, red-team cases.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210312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576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Week 6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365760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Measure cost per task, deploy effort, dev-team feedback, incident-response experience in Dynatrace. Re-score.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210312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091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Decision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470916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Standard runtime chosen with explicit exit criteria; second runtime allowed only for documented exceptions.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Ask of leadership: approve the PoC scope, staffing, and the principle that the platform contract is standardized even if the runtime is not yet.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2026-10-27T03:03:51Z</dcterms:created>
  <dcterms:modified xsi:type="dcterms:W3CDTF">2026-10-27T03:03:51Z</dcterms:modified>
</cp:coreProperties>
</file>